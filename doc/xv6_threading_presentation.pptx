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24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xv6 Threading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CSSE 332: Operating Systems</a:t>
            </a:r>
          </a:p>
          <a:p>
            <a:r>
              <a:t>Team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Threads share the same address space via shared pagetable.</a:t>
            </a:r>
          </a:p>
          <a:p>
            <a:r>
              <a:t>Each thread has its own trapframe and kernel stack.</a:t>
            </a:r>
          </a:p>
          <a:p>
            <a:r>
              <a:t>User stacks are allocated using malloc/sbrk and tracked per-thread.</a:t>
            </a:r>
          </a:p>
          <a:p>
            <a:r>
              <a:t>Trapframes are copied from the parent at thread_create.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User-Level API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thread_create(void (*fn)(void *), void *arg, void *stack)</a:t>
            </a:r>
          </a:p>
          <a:p>
            <a:r>
              <a:t>thread_exit()</a:t>
            </a:r>
          </a:p>
          <a:p>
            <a:r>
              <a:t>thread_join(int tid)</a:t>
            </a:r>
          </a:p>
          <a:p>
            <a:r>
              <a:t>User must manage stack allocation before calling thread_create.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Thread Lineage and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Threads inherit pagetable and share address space with parent.</a:t>
            </a:r>
          </a:p>
          <a:p>
            <a:r>
              <a:t>Each thread is treated like a lightweight process.</a:t>
            </a:r>
          </a:p>
          <a:p>
            <a:r>
              <a:t>Max thread count limited by available proc table entries (NPROC).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Shared Memory Maintenance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Threads share memory via the same </a:t>
            </a:r>
            <a:r>
              <a:rPr dirty="0" err="1"/>
              <a:t>pagetable</a:t>
            </a:r>
            <a:r>
              <a:rPr dirty="0"/>
              <a:t>.</a:t>
            </a:r>
          </a:p>
          <a:p>
            <a:r>
              <a:rPr dirty="0"/>
              <a:t>Shared buffers allocated with malloc/</a:t>
            </a:r>
            <a:r>
              <a:rPr dirty="0" err="1"/>
              <a:t>sbrk</a:t>
            </a:r>
            <a:r>
              <a:rPr dirty="0"/>
              <a:t> are visible to all threads.</a:t>
            </a:r>
            <a:endParaRPr lang="en-US" dirty="0"/>
          </a:p>
          <a:p>
            <a:r>
              <a:rPr lang="en-US" dirty="0"/>
              <a:t>Helper function to share </a:t>
            </a:r>
            <a:r>
              <a:rPr lang="en-US" dirty="0" err="1"/>
              <a:t>pagetable</a:t>
            </a:r>
            <a:r>
              <a:rPr lang="en-US" dirty="0"/>
              <a:t> from parent to child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Challenges and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Kernel trap and sched lock panics from bad memory access.</a:t>
            </a:r>
          </a:p>
          <a:p>
            <a:r>
              <a:t>Required shared pagetable and consistent sz sync in growproc.</a:t>
            </a:r>
          </a:p>
          <a:p>
            <a:r>
              <a:t>Ensured each thread had a unique trapframe and stack.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Start with shared </a:t>
            </a:r>
            <a:r>
              <a:rPr dirty="0" err="1"/>
              <a:t>pagetable</a:t>
            </a:r>
            <a:r>
              <a:rPr dirty="0"/>
              <a:t> design earlier.</a:t>
            </a:r>
          </a:p>
          <a:p>
            <a:r>
              <a:rPr dirty="0"/>
              <a:t>Add more logging and </a:t>
            </a:r>
            <a:r>
              <a:rPr dirty="0" err="1"/>
              <a:t>trapframe</a:t>
            </a:r>
            <a:r>
              <a:rPr dirty="0"/>
              <a:t> validation to catch issues sooner.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1173</TotalTime>
  <Words>232</Words>
  <Application>Microsoft Office PowerPoint</Application>
  <PresentationFormat>On-screen Show (4:3)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xv6 Threading Project</vt:lpstr>
      <vt:lpstr>1. Design Decisions</vt:lpstr>
      <vt:lpstr>2. User-Level API Overview</vt:lpstr>
      <vt:lpstr>3. Thread Lineage and Limits</vt:lpstr>
      <vt:lpstr>4. Shared Memory Maintenance</vt:lpstr>
      <vt:lpstr>5. Challenges and Solutions</vt:lpstr>
      <vt:lpstr>6. Lessons Learned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Pai, Anish</cp:lastModifiedBy>
  <cp:revision>3</cp:revision>
  <dcterms:created xsi:type="dcterms:W3CDTF">2013-01-27T09:14:16Z</dcterms:created>
  <dcterms:modified xsi:type="dcterms:W3CDTF">2025-05-22T17:43:29Z</dcterms:modified>
  <cp:category/>
</cp:coreProperties>
</file>