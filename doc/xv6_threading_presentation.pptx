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xv6 Threading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CSSE 332: Operating Systems</a:t>
            </a:r>
          </a:p>
          <a:p>
            <a:r>
              <a:t>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Threads share the same address space via shared pagetable.</a:t>
            </a:r>
          </a:p>
          <a:p>
            <a:r>
              <a:t>Each thread has its own trapframe and kernel stack.</a:t>
            </a:r>
          </a:p>
          <a:p>
            <a:r>
              <a:t>User stacks are allocated using malloc/sbrk and tracked per-thread.</a:t>
            </a:r>
          </a:p>
          <a:p>
            <a:r>
              <a:t>Trapframes are copied from the parent at thread_create.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User-Level API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thread_create(void (*fn)(void *), void *arg, void *stack)</a:t>
            </a:r>
          </a:p>
          <a:p>
            <a:r>
              <a:t>thread_exit()</a:t>
            </a:r>
          </a:p>
          <a:p>
            <a:r>
              <a:t>thread_join(int tid)</a:t>
            </a:r>
          </a:p>
          <a:p>
            <a:r>
              <a:t>User must manage stack allocation before calling thread_create.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Thread Lineage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Threads inherit pagetable and share address space with parent.</a:t>
            </a:r>
          </a:p>
          <a:p>
            <a:r>
              <a:t>Each thread is treated like a lightweight process.</a:t>
            </a:r>
          </a:p>
          <a:p>
            <a:r>
              <a:t>Max thread count limited by available proc table entries (NPROC).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Shared Memory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Threads share memory via the same pagetable.</a:t>
            </a:r>
          </a:p>
          <a:p>
            <a:r>
              <a:t>growproc() updates sz for all threads with the same pagetable.</a:t>
            </a:r>
          </a:p>
          <a:p>
            <a:r>
              <a:t>Shared buffers allocated with malloc/sbrk are visible to all threads.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Kernel trap and sched lock panics from bad memory access.</a:t>
            </a:r>
          </a:p>
          <a:p>
            <a:r>
              <a:t>Required shared pagetable and consistent sz sync in growproc.</a:t>
            </a:r>
          </a:p>
          <a:p>
            <a:r>
              <a:t>Ensured each thread had a unique trapframe and stack.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shared pagetable design earlier.</a:t>
            </a:r>
          </a:p>
          <a:p>
            <a:r>
              <a:t>Map thread stacks more explicitly using user-level sbrk().</a:t>
            </a:r>
          </a:p>
          <a:p>
            <a:r>
              <a:t>Add more logging and trapframe validation to catch issues sooner.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